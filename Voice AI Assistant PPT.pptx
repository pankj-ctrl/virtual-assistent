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371850"/>
            <a:ext cx="7924800" cy="853232"/>
          </a:xfrm>
          <a:prstGeom prst="rect">
            <a:avLst/>
          </a:prstGeom>
          <a:noFill/>
          <a:ln w="190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91827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Voice-Controlled AI Assistant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981910" y="2442270"/>
            <a:ext cx="51800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Smart Virtual Assistant with Speech Recognition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0352" y="3695700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0352" y="401181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Pankaj Kumar • Atul Maurya • Vijay Kumar • Vishal Prashad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11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full-stack web application for a voice-controlled AI assistant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Recognizes natural language commands using Web Speech API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commands through Grok AI (OpenRouter API)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Performs actions: search, open apps, get date/time, weather, etc.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support (Desktop &amp; Mobile)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11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Voice Recognition - Continuous listening with wake word detection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Intelligence - Grok AI processes and responds to commands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 Text-to-Speech - AI responses spoken back to user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User Customization - Personalize assistant name and settings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Mobile Optimized - Tap-to-speak on mobile devices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1961"/>
            <a:ext cx="2489150" cy="1569393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1401961"/>
            <a:ext cx="2489150" cy="1569393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401961"/>
            <a:ext cx="2489150" cy="1569393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- Frontend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630561"/>
            <a:ext cx="20725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2102941"/>
            <a:ext cx="2031950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components, routing, state management with Context 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55950" y="1630561"/>
            <a:ext cx="20725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555950" y="2102941"/>
            <a:ext cx="203195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 and modern styling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73701" y="1630561"/>
            <a:ext cx="20725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273701" y="2102941"/>
            <a:ext cx="203195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communication with backend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1961"/>
            <a:ext cx="2489150" cy="14628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1401961"/>
            <a:ext cx="2489150" cy="14628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401961"/>
            <a:ext cx="2489150" cy="14628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- Backend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630561"/>
            <a:ext cx="203195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Express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2422922"/>
            <a:ext cx="20725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and API endpoints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55950" y="1630561"/>
            <a:ext cx="20725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555950" y="2102941"/>
            <a:ext cx="203195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data, history, settings storage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73701" y="1630561"/>
            <a:ext cx="20725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&amp; Bcrypt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273701" y="2102941"/>
            <a:ext cx="203195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and password encryption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External APIs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Grok AI (OpenRouter)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Processes natural language commands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Browser's native speech recognition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Synthesis API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Text-to-speech for AI responses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Cloudinary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Image storage and management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7556" y="1241375"/>
            <a:ext cx="338888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519958" y="1957536"/>
            <a:ext cx="4186014" cy="26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(React)</a:t>
            </a:r>
            <a:pPr algn="l"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User speaks command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2519958" y="2294334"/>
            <a:ext cx="4186014" cy="26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Web Speech API captures audio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2519958" y="2631132"/>
            <a:ext cx="4186014" cy="26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(Express)</a:t>
            </a:r>
            <a:pPr algn="l"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Sends transcript to Grok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2519958" y="2967930"/>
            <a:ext cx="4186014" cy="26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Grok AI interprets &amp; returns JSON response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2519958" y="3304729"/>
            <a:ext cx="4186014" cy="26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Handler</a:t>
            </a:r>
            <a:pPr algn="l"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Executes action (search, open app, etc.)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2519958" y="3641527"/>
            <a:ext cx="4186014" cy="26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Speech Synthesis API speaks response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Components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11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Home.jsx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Main chat interface with voice listening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SignIn/SignUp.jsx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User authentication pages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Customize.jsx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Assistant personalization settings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Hooks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useSpeechRecognition, useSpeechSynthesis, useMobileDetection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API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Global user data and server communication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Endpoints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11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/api/auth/signup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User registration with password hashing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/api/auth/login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User login with JWT token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/api/auth/logout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Clear authentication cookie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/api/user/profile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Fetch user data (protected)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/api/user/update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Update assistant settings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76019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 (MongoDB)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78161"/>
            <a:ext cx="7467600" cy="130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 Document:</a:t>
            </a:r>
            <a:pPr algn="l" indent="0" marL="0">
              <a:lnSpc>
                <a:spcPts val="2052"/>
              </a:lnSpc>
              <a:buNone/>
            </a:pPr>
            <a:endParaRPr lang="en-US" sz="114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• _id, name, email, password (hashed)</a:t>
            </a:r>
            <a:endParaRPr lang="en-US" sz="114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• assistantName, avatar, settings</a:t>
            </a:r>
            <a:endParaRPr lang="en-US" sz="114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• history [ ] - command history</a:t>
            </a:r>
            <a:endParaRPr lang="en-US" sz="114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• createdAt, updatedAt timestamps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1961"/>
            <a:ext cx="3848100" cy="114285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401961"/>
            <a:ext cx="3848100" cy="114285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vs Desktop Features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630561"/>
            <a:ext cx="345871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2102941"/>
            <a:ext cx="34587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listening after initial interaction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14900" y="1630561"/>
            <a:ext cx="345871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914900" y="2102941"/>
            <a:ext cx="34587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Tap-to-speak activation for battery efficiency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Commands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11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 search, YouTube search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 apps (Instagram, Facebook, Calculator)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Current time, date, day, month, weather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Play YouTube videos and songs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Factual questions and general queries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Authentication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11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hashing with Bcrypt (10 salt rounds)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tokens stored in HTTP-only cookies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protection - restricted to frontend domain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authentication - protected routes with isAuth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management - Grok API key secure in environment variables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Audio: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Initial user interaction required for audio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Word Detection: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Checking assistant name in transcripts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Failures: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Retry mechanism with exponential backoff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Issues: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Domain-specific CORS configuration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11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support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command learning from user history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more APIs (music, calendar, smart home)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mode with local speech recognition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 for command usage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96654"/>
            <a:ext cx="7924800" cy="803672"/>
          </a:xfrm>
          <a:prstGeom prst="rect">
            <a:avLst/>
          </a:prstGeom>
          <a:noFill/>
          <a:ln w="190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4014" y="1343174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80458" y="2120354"/>
            <a:ext cx="982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600" y="3320504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</a:t>
            </a:r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Pankaj Kumar, Atul Maurya,</a:t>
            </a:r>
            <a:endParaRPr lang="en-US" sz="1350" dirty="0"/>
          </a:p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Vijay Kumar, Vishal Prashad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2025-12-10T05:00:34Z</dcterms:created>
  <dcterms:modified xsi:type="dcterms:W3CDTF">2025-12-10T05:00:34Z</dcterms:modified>
</cp:coreProperties>
</file>